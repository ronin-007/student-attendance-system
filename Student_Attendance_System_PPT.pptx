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A4A"/>
                </a:solidFill>
                <a:latin typeface="Arial"/>
              </a:rPr>
              <a:t>Subject-wise attendance % (sample)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Attendance %</c:v>
                </c:pt>
              </c:strCache>
            </c:strRef>
          </c:tx>
          <c:spPr>
            <a:solidFill>
              <a:srgbClr val="4F6D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BCA501</c:v>
                  </c:pt>
                  <c:pt idx="1">
                    <c:v>BCA502</c:v>
                  </c:pt>
                  <c:pt idx="2">
                    <c:v>BCA503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</c:v>
                </c:pt>
                <c:pt idx="1">
                  <c:v>78</c:v>
                </c:pt>
                <c:pt idx="2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731520" cy="731520"/>
          </a:xfrm>
          <a:prstGeom prst="ellipse">
            <a:avLst/>
          </a:prstGeom>
          <a:solidFill>
            <a:srgbClr val="4F6DF5"/>
          </a:solidFill>
          <a:ln w="12700">
            <a:solidFill>
              <a:srgbClr val="4F6DF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738835"/>
            <a:ext cx="351130" cy="35113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685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AF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.NET MINI PROJECT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Attendance &amp;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971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  |  .NET 8  |  Entity Framework Core  |  SQL Server  |  Bootstrap 5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6118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2B3A66"/>
          </a:solidFill>
          <a:ln w="12700">
            <a:solidFill>
              <a:srgbClr val="2B3A6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7033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Kumar Roy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Regular   |   Division B   |   Enrollment No: 2405101010001   |   Subject: .NET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273759"/>
            <a:ext cx="241402" cy="24140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1247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 get lost, damaged or altered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502920" cy="50292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" y="1959559"/>
            <a:ext cx="241402" cy="2414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18105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percentage is calculated by hand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57200" y="2514600"/>
            <a:ext cx="502920" cy="50292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2645359"/>
            <a:ext cx="241402" cy="24140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24963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one student's record is slow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457200" y="3200400"/>
            <a:ext cx="502920" cy="50292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" y="3331159"/>
            <a:ext cx="241402" cy="2414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31821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attendance can be entered twice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457200" y="3886200"/>
            <a:ext cx="502920" cy="50292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" y="4016959"/>
            <a:ext cx="241402" cy="24140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43000" y="38679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faculty and subject data are scattered</a:t>
            </a: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943600" y="114300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5943600" y="14630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6600" dirty="0"/>
          </a:p>
        </p:txBody>
      </p:sp>
      <p:sp>
        <p:nvSpPr>
          <p:cNvPr id="20" name="Text 13"/>
          <p:cNvSpPr txBox="1"/>
          <p:nvPr/>
        </p:nvSpPr>
        <p:spPr>
          <a:xfrm>
            <a:off x="6172200" y="2606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attendance limit the system highlights automatically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6172200" y="35204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one digital system, no duplicates, instant reports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Kumar Roy  |  BCA Regular  |  2405101010001  |  Div B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060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rgbClr val="4F6DF5"/>
          </a:solidFill>
          <a:ln w="12700">
            <a:solidFill>
              <a:srgbClr val="4F6DF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4685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Records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faculty and subjects in one place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143000"/>
            <a:ext cx="26060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29000" y="1325880"/>
            <a:ext cx="548640" cy="548640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646" y="14685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Attendance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and division-wise, daily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1143000"/>
            <a:ext cx="26060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325880"/>
            <a:ext cx="548640" cy="54864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566" y="146852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Duplicates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 and attendance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6060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3108960"/>
            <a:ext cx="548640" cy="54864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325160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008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4023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subject and date-wise with filters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246120" y="2926080"/>
            <a:ext cx="26060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429000" y="3108960"/>
            <a:ext cx="548640" cy="548640"/>
          </a:xfrm>
          <a:prstGeom prst="ellipse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646" y="3251606"/>
            <a:ext cx="263347" cy="26334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42900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4023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 and protected pages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035040" y="2926080"/>
            <a:ext cx="26060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217920" y="3108960"/>
            <a:ext cx="548640" cy="548640"/>
          </a:xfrm>
          <a:prstGeom prst="ellipse">
            <a:avLst/>
          </a:prstGeom>
          <a:solidFill>
            <a:srgbClr val="7A4DF5"/>
          </a:solidFill>
          <a:ln w="12700">
            <a:solidFill>
              <a:srgbClr val="7A4DF5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0566" y="3251606"/>
            <a:ext cx="263347" cy="26334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21792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MVC + EF Core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4023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 of .NET concepts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Kumar Roy  |  BCA Regular  |  2405101010001  |  Div B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vs Proposed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43000"/>
            <a:ext cx="4023360" cy="54864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(Manual)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 / Excel sheets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and error-prone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security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checking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percentage and reports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143000"/>
            <a:ext cx="4023360" cy="54864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43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(Web App)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87452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SQL Server database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entry, automatic calculation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admin login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prevention built 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filtered reports and charts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Kumar Roy  |  BCA Regular  |  2405101010001  |  Div 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2B3A66"/>
          </a:solidFill>
          <a:ln w="12700">
            <a:solidFill>
              <a:srgbClr val="3D4F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89888"/>
            <a:ext cx="548640" cy="548640"/>
          </a:xfrm>
          <a:prstGeom prst="ellipse">
            <a:avLst/>
          </a:prstGeom>
          <a:solidFill>
            <a:srgbClr val="4F6DF5"/>
          </a:solidFill>
          <a:ln w="12700">
            <a:solidFill>
              <a:srgbClr val="4F6DF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532534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.NET 8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2B3A66"/>
          </a:solidFill>
          <a:ln w="12700">
            <a:solidFill>
              <a:srgbClr val="3D4F8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1389888"/>
            <a:ext cx="548640" cy="548640"/>
          </a:xfrm>
          <a:prstGeom prst="ellipse">
            <a:avLst/>
          </a:prstGeom>
          <a:solidFill>
            <a:srgbClr val="4F6DF5"/>
          </a:solidFill>
          <a:ln w="12700">
            <a:solidFill>
              <a:srgbClr val="4F6DF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646" y="1532534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8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and migrations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11887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2B3A66"/>
          </a:solidFill>
          <a:ln w="12700">
            <a:solidFill>
              <a:srgbClr val="3D4F8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0" y="1389888"/>
            <a:ext cx="548640" cy="548640"/>
          </a:xfrm>
          <a:prstGeom prst="ellipse">
            <a:avLst/>
          </a:prstGeom>
          <a:solidFill>
            <a:srgbClr val="4F6DF5"/>
          </a:solidFill>
          <a:ln w="12700">
            <a:solidFill>
              <a:srgbClr val="4F6DF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566" y="1532534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8803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2B3A66"/>
          </a:solidFill>
          <a:ln w="12700">
            <a:solidFill>
              <a:srgbClr val="3D4F8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081528"/>
            <a:ext cx="548640" cy="548640"/>
          </a:xfrm>
          <a:prstGeom prst="ellipse">
            <a:avLst/>
          </a:prstGeom>
          <a:solidFill>
            <a:srgbClr val="4F6DF5"/>
          </a:solidFill>
          <a:ln w="12700">
            <a:solidFill>
              <a:srgbClr val="4F6DF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3224174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008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style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246120" y="28803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2B3A66"/>
          </a:solidFill>
          <a:ln w="12700">
            <a:solidFill>
              <a:srgbClr val="3D4F8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29000" y="3081528"/>
            <a:ext cx="548640" cy="548640"/>
          </a:xfrm>
          <a:prstGeom prst="ellipse">
            <a:avLst/>
          </a:prstGeom>
          <a:solidFill>
            <a:srgbClr val="4F6DF5"/>
          </a:solidFill>
          <a:ln w="12700">
            <a:solidFill>
              <a:srgbClr val="4F6DF5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646" y="3224174"/>
            <a:ext cx="263347" cy="26334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42900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035040" y="28803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2B3A66"/>
          </a:solidFill>
          <a:ln w="12700">
            <a:solidFill>
              <a:srgbClr val="3D4F8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17920" y="3081528"/>
            <a:ext cx="548640" cy="548640"/>
          </a:xfrm>
          <a:prstGeom prst="ellipse">
            <a:avLst/>
          </a:prstGeom>
          <a:solidFill>
            <a:srgbClr val="4F6DF5"/>
          </a:solidFill>
          <a:ln w="12700">
            <a:solidFill>
              <a:srgbClr val="4F6DF5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0566" y="3224174"/>
            <a:ext cx="263347" cy="26334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21792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2022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+ JavaScript, Chart.js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(MVC)</a:t>
            </a:r>
            <a:endParaRPr lang="en-US" sz="3200" dirty="0"/>
          </a:p>
        </p:txBody>
      </p:sp>
      <p:pic>
        <p:nvPicPr>
          <p:cNvPr id="3" name="Image 0" descr="/home/claude/assets/mvc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760720" cy="2660904"/>
          </a:xfrm>
          <a:prstGeom prst="rect">
            <a:avLst/>
          </a:prstGeom>
        </p:spPr>
      </p:pic>
      <p:pic>
        <p:nvPicPr>
          <p:cNvPr id="4" name="Image 1" descr="/home/claude/asset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005840"/>
            <a:ext cx="2331720" cy="151790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355080" y="2697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Entities + AppDbContext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Razor + Bootstrap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4F6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Request logic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EEF1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sends a request, the Controller queries the database through EF Core, passes data to the View, and the HTML page returns to the browser.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Kumar Roy  |  BCA Regular  |  2405101010001  |  Div B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Modules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3000" y="1325880"/>
            <a:ext cx="548640" cy="548640"/>
          </a:xfrm>
          <a:prstGeom prst="ellipse">
            <a:avLst/>
          </a:prstGeom>
          <a:solidFill>
            <a:srgbClr val="4F6DF5"/>
          </a:solidFill>
          <a:ln w="12700">
            <a:solidFill>
              <a:srgbClr val="4F6DF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646" y="14685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logout, hashed password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42032" y="1188720"/>
            <a:ext cx="19202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27832" y="1325880"/>
            <a:ext cx="548640" cy="548640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478" y="14685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42032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633472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and charts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26864" y="1188720"/>
            <a:ext cx="19202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312664" y="1325880"/>
            <a:ext cx="548640" cy="54864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310" y="146852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26864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718304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search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711696" y="1188720"/>
            <a:ext cx="19202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97496" y="1325880"/>
            <a:ext cx="548640" cy="548640"/>
          </a:xfrm>
          <a:prstGeom prst="ellipse">
            <a:avLst/>
          </a:prstGeom>
          <a:solidFill>
            <a:srgbClr val="7A4DF5"/>
          </a:solidFill>
          <a:ln w="12700">
            <a:solidFill>
              <a:srgbClr val="7A4DF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142" y="146852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11696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803136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search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2926080"/>
            <a:ext cx="19202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143000" y="3063240"/>
            <a:ext cx="548640" cy="54864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646" y="3205886"/>
            <a:ext cx="263347" cy="26334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7200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faculty link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2542032" y="2926080"/>
            <a:ext cx="19202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227832" y="3063240"/>
            <a:ext cx="548640" cy="548640"/>
          </a:xfrm>
          <a:prstGeom prst="ellipse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0478" y="3205886"/>
            <a:ext cx="263347" cy="26334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542032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2633472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subject, division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4626864" y="2926080"/>
            <a:ext cx="19202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5312664" y="3063240"/>
            <a:ext cx="548640" cy="548640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5310" y="3205886"/>
            <a:ext cx="263347" cy="263347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626864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4718304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and percentage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6711696" y="29260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EEF1FF"/>
          </a:solidFill>
          <a:ln w="12700">
            <a:solidFill>
              <a:srgbClr val="C9D2F5"/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6711696" y="292608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6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modules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4F6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database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4F6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tables</a:t>
            </a:r>
            <a:endParaRPr lang="en-US" sz="1800" dirty="0"/>
          </a:p>
        </p:txBody>
      </p:sp>
      <p:sp>
        <p:nvSpPr>
          <p:cNvPr id="40" name="Text 3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Kumar Roy  |  BCA Regular  |  2405101010001  |  Div B</a:t>
            </a:r>
            <a:endParaRPr lang="en-US" sz="900" dirty="0"/>
          </a:p>
        </p:txBody>
      </p:sp>
      <p:sp>
        <p:nvSpPr>
          <p:cNvPr id="41" name="Text 3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(ER Diagram)</a:t>
            </a:r>
            <a:endParaRPr lang="en-US" sz="3200" dirty="0"/>
          </a:p>
        </p:txBody>
      </p:sp>
      <p:pic>
        <p:nvPicPr>
          <p:cNvPr id="3" name="Image 0" descr="/home/claude/assets/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669280" cy="3154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1005840"/>
            <a:ext cx="237744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46520" y="1097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46520" y="1463040"/>
            <a:ext cx="21031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1 - * Subjects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1 - * Attendance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1 - * Attendance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Unique: Enrollment No, Subject Code, (Student + Subject + Date)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Tables: Users, Students, Faculty, Subjects, Attendance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Kumar Roy  |  BCA Regular  |  2405101010001  |  Div B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481328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417320"/>
            <a:ext cx="475488" cy="475488"/>
          </a:xfrm>
          <a:prstGeom prst="ellipse">
            <a:avLst/>
          </a:prstGeom>
          <a:solidFill>
            <a:srgbClr val="4F6DF5"/>
          </a:solidFill>
          <a:ln w="12700">
            <a:solidFill>
              <a:srgbClr val="4F6D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251460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Date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938528" y="1920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6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121408" y="1280160"/>
            <a:ext cx="1481328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24328" y="1417320"/>
            <a:ext cx="475488" cy="475488"/>
          </a:xfrm>
          <a:prstGeom prst="ellipse">
            <a:avLst/>
          </a:prstGeom>
          <a:solidFill>
            <a:srgbClr val="4F6DF5"/>
          </a:solidFill>
          <a:ln w="12700">
            <a:solidFill>
              <a:srgbClr val="4F6D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24328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20116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167128" y="251460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Subject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602736" y="1920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6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3785616" y="1280160"/>
            <a:ext cx="1481328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288536" y="1417320"/>
            <a:ext cx="475488" cy="475488"/>
          </a:xfrm>
          <a:prstGeom prst="ellipse">
            <a:avLst/>
          </a:prstGeom>
          <a:solidFill>
            <a:srgbClr val="4F6DF5"/>
          </a:solidFill>
          <a:ln w="12700">
            <a:solidFill>
              <a:srgbClr val="4F6DF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288536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0116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831336" y="251460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Division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266944" y="1920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6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5449824" y="1280160"/>
            <a:ext cx="1481328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952744" y="1417320"/>
            <a:ext cx="475488" cy="475488"/>
          </a:xfrm>
          <a:prstGeom prst="ellipse">
            <a:avLst/>
          </a:prstGeom>
          <a:solidFill>
            <a:srgbClr val="4F6DF5"/>
          </a:solidFill>
          <a:ln w="12700">
            <a:solidFill>
              <a:srgbClr val="4F6DF5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952744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201168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495544" y="251460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Present / Absent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931152" y="19202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6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7" name="Shape 21"/>
          <p:cNvSpPr/>
          <p:nvPr/>
        </p:nvSpPr>
        <p:spPr>
          <a:xfrm>
            <a:off x="7114032" y="1280160"/>
            <a:ext cx="1481328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616952" y="1417320"/>
            <a:ext cx="475488" cy="475488"/>
          </a:xfrm>
          <a:prstGeom prst="ellipse">
            <a:avLst/>
          </a:prstGeom>
          <a:solidFill>
            <a:srgbClr val="4F6DF5"/>
          </a:solidFill>
          <a:ln w="12700">
            <a:solidFill>
              <a:srgbClr val="4F6DF5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616952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096" y="2011680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159752" y="251460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EEF1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85800" y="3611880"/>
            <a:ext cx="548640" cy="548640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46" y="3754526"/>
            <a:ext cx="263347" cy="263347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463040" y="338328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protection (two layers)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Controller updates an existing record instead of inserting again.   2) Unique index on StudentId + SubjectId + Date in SQL Server.</a:t>
            </a:r>
            <a:endParaRPr lang="en-US" sz="1600" dirty="0"/>
          </a:p>
        </p:txBody>
      </p:sp>
      <p:sp>
        <p:nvSpPr>
          <p:cNvPr id="36" name="Text 28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Kumar Roy  |  BCA Regular  |  2405101010001  |  Div B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Security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41091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80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6596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format check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10-digit phone number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enrollment number blocked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attendance blocked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(jQuery) + server side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143000"/>
            <a:ext cx="40233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079" y="141091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280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96596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salted password hash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authentication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[Authorize] on every page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Anti-forgery token on all forms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asks for confirmation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protect linked data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Kumar Roy  |  BCA Regular  |  2405101010001  |  Div B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Reports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508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6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30552" y="1051560"/>
            <a:ext cx="1508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130552" y="10972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A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130552" y="1600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03904" y="1051560"/>
            <a:ext cx="1508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803904" y="10972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803904" y="1600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77256" y="1051560"/>
            <a:ext cx="1508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477256" y="10972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9C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477256" y="1600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50608" y="1051560"/>
            <a:ext cx="1508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50608" y="10972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150608" y="1600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103120"/>
            <a:ext cx="493776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19" name="Chart 0" descr=""/>
          <p:cNvGraphicFramePr/>
          <p:nvPr/>
        </p:nvGraphicFramePr>
        <p:xfrm>
          <a:off x="548640" y="2148840"/>
          <a:ext cx="47548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5577840" y="2103120"/>
            <a:ext cx="310896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76072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760720" y="256032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Student-wise, subject-wise, date-wise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/ Absent count and %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student, subject, semester, division, dates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75% shown in red / orange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option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Kumar Roy  |  BCA Regular  |  2405101010001  |  Div B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206240" cy="3383280"/>
          </a:xfrm>
          <a:prstGeom prst="roundRect">
            <a:avLst>
              <a:gd name="adj" fmla="val 2703"/>
            </a:avLst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StudentAttendanceSystem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Program.cs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appsettings.json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Controllers/  (7 controllers)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Models/       (5 entities)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ViewModels/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Data/         (DbContext, Seeder)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Services/     (PasswordHelper)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Views/        (Razor pages)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wwwroot/      (css, js)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846320" y="1097280"/>
            <a:ext cx="3840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83480" y="1298448"/>
            <a:ext cx="329184" cy="329184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0" y="1170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 as C# classes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965960"/>
            <a:ext cx="3840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2167128"/>
            <a:ext cx="329184" cy="329184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0" y="2039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pages with Bootstrap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834640"/>
            <a:ext cx="3840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83480" y="3035808"/>
            <a:ext cx="329184" cy="329184"/>
          </a:xfrm>
          <a:prstGeom prst="ellipse">
            <a:avLst/>
          </a:prstGeom>
          <a:solidFill>
            <a:srgbClr val="4F6DF5"/>
          </a:solidFill>
          <a:ln w="12700">
            <a:solidFill>
              <a:srgbClr val="4F6D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2907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requests, use EF Core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703320"/>
            <a:ext cx="3840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83480" y="3904488"/>
            <a:ext cx="329184" cy="32918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0" y="3776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4069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login, pipeline, route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Kumar Roy  |  BCA Regular  |  2405101010001  |  Div B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Requirements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41091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80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6596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 Intel Core i3 or higher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4 GB minimum (8 GB better)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Disk: 10 GB free space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1366 x 768 or more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Internet: for CDN files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143000"/>
            <a:ext cx="40233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rgbClr val="4F6DF5"/>
          </a:solidFill>
          <a:ln w="12700">
            <a:solidFill>
              <a:srgbClr val="4F6DF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079" y="141091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280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96596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 / 11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2022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SDK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/ LocalDB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Edge or Firefox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Kumar Roy  |  BCA Regular  |  2405101010001  |  Div B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44168"/>
            <a:ext cx="548640" cy="548640"/>
          </a:xfrm>
          <a:prstGeom prst="ellipse">
            <a:avLst/>
          </a:prstGeom>
          <a:solidFill>
            <a:srgbClr val="4F6DF5"/>
          </a:solidFill>
          <a:ln w="12700">
            <a:solidFill>
              <a:srgbClr val="4F6DF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486814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143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&amp; student logins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63440" y="1143000"/>
            <a:ext cx="4023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46320" y="1344168"/>
            <a:ext cx="548640" cy="54864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966" y="1486814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577840" y="1143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email alerts below 75%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286000"/>
            <a:ext cx="4023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0080" y="2487168"/>
            <a:ext cx="548640" cy="548640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2629814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2286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Excel and PDF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663440" y="2286000"/>
            <a:ext cx="4023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846320" y="2487168"/>
            <a:ext cx="548640" cy="548640"/>
          </a:xfrm>
          <a:prstGeom prst="ellipse">
            <a:avLst/>
          </a:prstGeom>
          <a:solidFill>
            <a:srgbClr val="7A4DF5"/>
          </a:solidFill>
          <a:ln w="12700">
            <a:solidFill>
              <a:srgbClr val="7A4DF5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966" y="2629814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577840" y="2286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biometric attendance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457200" y="3429000"/>
            <a:ext cx="4023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40080" y="3630168"/>
            <a:ext cx="548640" cy="54864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" y="3772814"/>
            <a:ext cx="263347" cy="26334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71600" y="3429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+ Web API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4663440" y="3429000"/>
            <a:ext cx="4023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4846320" y="3630168"/>
            <a:ext cx="548640" cy="548640"/>
          </a:xfrm>
          <a:prstGeom prst="ellipse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8966" y="3772814"/>
            <a:ext cx="263347" cy="263347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577840" y="3429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Azure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Kumar Roy  |  BCA Regular  |  2405101010001  |  Div B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replaces paper registers with a secure, duplicate-free and easy-to-use web application. It applies MVC, Entity Framework Core, SQL Server and Bootstrap in one complete project and can grow with more features.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8046720" cy="1371600"/>
          </a:xfrm>
          <a:prstGeom prst="roundRect">
            <a:avLst>
              <a:gd name="adj" fmla="val 6667"/>
            </a:avLst>
          </a:prstGeom>
          <a:solidFill>
            <a:srgbClr val="2B3A66"/>
          </a:solidFill>
          <a:ln w="12700">
            <a:solidFill>
              <a:srgbClr val="2B3A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49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Kumar Roy  |  BCA Regular  |  Div B  |  Enrollment No: 2405101010001  |  Subject: .NET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Attendance &amp; Management System</dc:title>
  <dc:subject>PptxGenJS Presentation</dc:subject>
  <dc:creator>Aditya Kumar Roy</dc:creator>
  <cp:lastModifiedBy>Aditya Kumar Roy</cp:lastModifiedBy>
  <cp:revision>1</cp:revision>
  <dcterms:created xsi:type="dcterms:W3CDTF">2026-09-28T07:44:53Z</dcterms:created>
  <dcterms:modified xsi:type="dcterms:W3CDTF">2026-09-28T07:44:53Z</dcterms:modified>
</cp:coreProperties>
</file>